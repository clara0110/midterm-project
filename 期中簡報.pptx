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Ftle1v76vSpncA8j1dYfw+Ayt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60002310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f560002310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f560002310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560002310_0_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g3f560002310_0_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g3f560002310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f560002310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f560002310_0_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60002310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" name="Google Shape;21;g3f560002310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2" name="Google Shape;22;g3f560002310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f560002310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560002310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3f560002310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560002310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g3f560002310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g3f560002310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560002310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3f560002310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560002310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6" name="Google Shape;36;g3f560002310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g3f560002310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560002310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0" name="Google Shape;40;g3f560002310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560002310_0_30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560002310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4" name="Google Shape;44;g3f560002310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g3f560002310_0_30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g3f560002310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560002310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9" name="Google Shape;49;g3f560002310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60002310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2" name="Google Shape;52;g3f560002310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3" name="Google Shape;53;g3f560002310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60002310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560002310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f560002310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f560002310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w3schools.com/tags/ev_onhashchange.asp" TargetMode="External"/><Relationship Id="rId10" Type="http://schemas.openxmlformats.org/officeDocument/2006/relationships/hyperlink" Target="https://www.w3schools.com/JSREF/prop_anchor_hash.asp" TargetMode="External"/><Relationship Id="rId13" Type="http://schemas.openxmlformats.org/officeDocument/2006/relationships/hyperlink" Target="https://developer.mozilla.org/en-US/docs/Web/API/Document/DOMContentLoaded_event?utm_source=copilot.com" TargetMode="External"/><Relationship Id="rId12" Type="http://schemas.openxmlformats.org/officeDocument/2006/relationships/hyperlink" Target="https://www.w3schools.com/jsref/met_document_addeventlistener.asp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zhuanlan.zhihu.com/p/630391189" TargetMode="External"/><Relationship Id="rId4" Type="http://schemas.openxmlformats.org/officeDocument/2006/relationships/hyperlink" Target="https://zhuanlan.zhihu.com/p/630391189" TargetMode="External"/><Relationship Id="rId9" Type="http://schemas.openxmlformats.org/officeDocument/2006/relationships/hyperlink" Target="https://www.w3schools.com/jsref/prop_loc_hash.asp" TargetMode="External"/><Relationship Id="rId15" Type="http://schemas.openxmlformats.org/officeDocument/2006/relationships/hyperlink" Target="https://juejin.cn/post/7516784123702198282" TargetMode="External"/><Relationship Id="rId14" Type="http://schemas.openxmlformats.org/officeDocument/2006/relationships/hyperlink" Target="https://ithelp.ithome.com.tw/articles/10230042" TargetMode="External"/><Relationship Id="rId17" Type="http://schemas.openxmlformats.org/officeDocument/2006/relationships/hyperlink" Target="https://blog.csdn.net/lwqjkfge/article/details/121830500" TargetMode="External"/><Relationship Id="rId16" Type="http://schemas.openxmlformats.org/officeDocument/2006/relationships/hyperlink" Target="https://www.w3schools.com/jsref/met_document_createdocumentfragment.asp" TargetMode="External"/><Relationship Id="rId5" Type="http://schemas.openxmlformats.org/officeDocument/2006/relationships/hyperlink" Target="https://geek-docs.com/html/html-ask-answer/113_html_how_to_set_input_type_dates_default_value_to_today.html" TargetMode="External"/><Relationship Id="rId6" Type="http://schemas.openxmlformats.org/officeDocument/2006/relationships/hyperlink" Target="https://developer.mozilla.org/en-US/docs/Web/API/HTMLOptionElement/selected" TargetMode="External"/><Relationship Id="rId7" Type="http://schemas.openxmlformats.org/officeDocument/2006/relationships/hyperlink" Target="https://geek-docs.com/html/html-ask-answer/620_html_disable_weekends_on_html_5_input_type_date.html" TargetMode="External"/><Relationship Id="rId8" Type="http://schemas.openxmlformats.org/officeDocument/2006/relationships/hyperlink" Target="https://blog.csdn.net/qq_40999917/article/details/1052124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/>
              <a:t>出勤系統模擬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楊凱甯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動機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rPr lang="zh-TW"/>
              <a:t>靈感來自過往的職場經驗——實際工作中，出勤管理是每個組織不可或缺的環節。然而，許多系統在介面設計上往往忽略使用者的直覺體驗。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2800"/>
              <a:buNone/>
            </a:pPr>
            <a:r>
              <a:rPr lang="zh-TW"/>
              <a:t>本作品為</a:t>
            </a:r>
            <a:r>
              <a:rPr b="1" lang="zh-TW"/>
              <a:t>純前端 UI 模擬系統</a:t>
            </a:r>
            <a:r>
              <a:rPr lang="zh-TW"/>
              <a:t>，不連接後端資料庫，重點在於呈現清晰的互動流程與友善的視覺設計，展現前端開發的實作能力。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使用工具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838200" y="1495901"/>
            <a:ext cx="10515600" cy="4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設計</a:t>
            </a:r>
            <a:r>
              <a:rPr lang="zh-TW"/>
              <a:t>與協作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Canva 外觀設計 25%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Google 試算表 紀錄功能 25%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Git 50%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前端技術棧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HTML 20%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Javascript 50%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CSS</a:t>
            </a:r>
            <a:r>
              <a:rPr lang="zh-TW"/>
              <a:t> 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Bootstrap</a:t>
            </a:r>
            <a:r>
              <a:rPr lang="zh-TW"/>
              <a:t> 20%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</a:t>
            </a:r>
            <a:r>
              <a:rPr lang="zh-TW"/>
              <a:t>輔助比例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使用 「生成式AI工具Gemini 」 寫的程式碼占比為：</a:t>
            </a:r>
            <a:r>
              <a:rPr lang="zh-TW"/>
              <a:t>25</a:t>
            </a:r>
            <a:r>
              <a:rPr lang="zh-TW"/>
              <a:t>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自己「獨立構思並撰寫」的程式碼占比為：</a:t>
            </a:r>
            <a:r>
              <a:rPr lang="zh-TW"/>
              <a:t>75</a:t>
            </a:r>
            <a:r>
              <a:rPr lang="zh-TW"/>
              <a:t>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/>
              <a:t>預計時程</a:t>
            </a:r>
            <a:endParaRPr/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26" y="1497644"/>
            <a:ext cx="10120064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/>
              <a:t>實際時程</a:t>
            </a:r>
            <a:endParaRPr/>
          </a:p>
        </p:txBody>
      </p:sp>
      <p:pic>
        <p:nvPicPr>
          <p:cNvPr id="85" name="Google Shape;8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50" y="1512050"/>
            <a:ext cx="10014107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UI結構</a:t>
            </a:r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8489" y="1188682"/>
            <a:ext cx="2086266" cy="148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2876" y="2008317"/>
            <a:ext cx="5021107" cy="282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661" y="3224413"/>
            <a:ext cx="3019846" cy="152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8863" y="5457876"/>
            <a:ext cx="9164329" cy="6001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5"/>
          <p:cNvCxnSpPr>
            <a:stCxn id="96" idx="1"/>
          </p:cNvCxnSpPr>
          <p:nvPr/>
        </p:nvCxnSpPr>
        <p:spPr>
          <a:xfrm flipH="1">
            <a:off x="2817875" y="3290968"/>
            <a:ext cx="1334400" cy="605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5"/>
          <p:cNvCxnSpPr/>
          <p:nvPr/>
        </p:nvCxnSpPr>
        <p:spPr>
          <a:xfrm>
            <a:off x="7702650" y="2674793"/>
            <a:ext cx="877500" cy="298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5"/>
          <p:cNvCxnSpPr>
            <a:endCxn id="91" idx="1"/>
          </p:cNvCxnSpPr>
          <p:nvPr/>
        </p:nvCxnSpPr>
        <p:spPr>
          <a:xfrm flipH="1" rot="10800000">
            <a:off x="7269289" y="1931736"/>
            <a:ext cx="2029200" cy="3093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5"/>
          <p:cNvSpPr txBox="1"/>
          <p:nvPr/>
        </p:nvSpPr>
        <p:spPr>
          <a:xfrm>
            <a:off x="6496850" y="2008318"/>
            <a:ext cx="95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rgbClr val="FF00FF"/>
                </a:solidFill>
              </a:rPr>
              <a:t>navbar</a:t>
            </a:r>
            <a:endParaRPr sz="1700">
              <a:solidFill>
                <a:srgbClr val="FF00FF"/>
              </a:solidFill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6869100" y="2454718"/>
            <a:ext cx="126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rgbClr val="0000FF"/>
                </a:solidFill>
              </a:rPr>
              <a:t>top</a:t>
            </a:r>
            <a:r>
              <a:rPr lang="zh-TW" sz="1700">
                <a:solidFill>
                  <a:srgbClr val="0000FF"/>
                </a:solidFill>
              </a:rPr>
              <a:t>bar</a:t>
            </a:r>
            <a:endParaRPr sz="1700">
              <a:solidFill>
                <a:srgbClr val="0000FF"/>
              </a:solidFill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4152275" y="3067768"/>
            <a:ext cx="126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rgbClr val="FF0000"/>
                </a:solidFill>
              </a:rPr>
              <a:t>sidebar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5862700" y="3733106"/>
            <a:ext cx="1669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rgbClr val="741B47"/>
                </a:solidFill>
              </a:rPr>
              <a:t>Content</a:t>
            </a:r>
            <a:endParaRPr sz="17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元件切換</a:t>
            </a:r>
            <a:endParaRPr/>
          </a:p>
        </p:txBody>
      </p:sp>
      <p:pic>
        <p:nvPicPr>
          <p:cNvPr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101" y="2337305"/>
            <a:ext cx="2498534" cy="53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101" y="3011762"/>
            <a:ext cx="4477066" cy="46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101" y="3628159"/>
            <a:ext cx="4375604" cy="40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3101" y="4181144"/>
            <a:ext cx="4464384" cy="41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3101" y="4746811"/>
            <a:ext cx="4984384" cy="4185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/>
          <p:nvPr/>
        </p:nvSpPr>
        <p:spPr>
          <a:xfrm>
            <a:off x="838200" y="1544424"/>
            <a:ext cx="755527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使用原生 JavaScript，透過 hash 路由機制來實現 SPA</a:t>
            </a:r>
            <a:endParaRPr b="0" i="0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其他技術</a:t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847077" y="2319438"/>
            <a:ext cx="32143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localStorage.getItme()</a:t>
            </a:r>
            <a:endParaRPr b="0" i="0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847078" y="2967335"/>
            <a:ext cx="32143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localStorage.setItme()</a:t>
            </a:r>
            <a:endParaRPr b="0" i="0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838199" y="1646087"/>
            <a:ext cx="6340197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利用本機儲存空間來達成</a:t>
            </a:r>
            <a:r>
              <a:rPr lang="zh-TW" sz="2400">
                <a:solidFill>
                  <a:schemeClr val="lt2"/>
                </a:solidFill>
              </a:rPr>
              <a:t>資料</a:t>
            </a:r>
            <a:r>
              <a:rPr b="0" i="0" lang="zh-TW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切換的資料模擬</a:t>
            </a:r>
            <a:endParaRPr/>
          </a:p>
        </p:txBody>
      </p:sp>
      <p:sp>
        <p:nvSpPr>
          <p:cNvPr id="121" name="Google Shape;121;p10"/>
          <p:cNvSpPr txBox="1"/>
          <p:nvPr/>
        </p:nvSpPr>
        <p:spPr>
          <a:xfrm>
            <a:off x="838199" y="364068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sz="3700">
                <a:solidFill>
                  <a:schemeClr val="dk1"/>
                </a:solidFill>
              </a:rPr>
              <a:t>操作流程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遇到的問題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時間安排不夠充分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功能規劃時低估了實作複雜度，導致製作期間屢次進度延期。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邏輯與構想產生落差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實際撰寫時發現初始架構難以支撐功能擴展，中途進行了一次較大幅度的重構調整。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畫面呈現靈感不足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部分互動流程在視覺設計上一時難以決定最佳呈現方式，透過參考優秀案例逐步突破。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736353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參考資料</a:t>
            </a:r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73635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前</a:t>
            </a: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端路由+原生JS实现SPA的方式详解，超好上手！ - 知乎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HTML 设置输入类型日期的默认值为今天的方法|极客教程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HTMLOptionElement: selected property - Web APIs | MDN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HTML 禁用HTML 5输入日期类型的周末|极客教程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input输入框禁止输入的几种方式_input 怎么控制用户输入不进字母-CSDN博客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Location hash Property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HTML DOM Anchor hash Property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HTML onhashchange Event Attribute</a:t>
            </a:r>
            <a:r>
              <a:rPr lang="zh-TW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>
            <p:ph idx="2" type="body"/>
          </p:nvPr>
        </p:nvSpPr>
        <p:spPr>
          <a:xfrm>
            <a:off x="630575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sz="1300" u="sng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HTML DOM Document addEventListener() Method</a:t>
            </a:r>
            <a:r>
              <a:rPr lang="zh-TW" sz="1300"/>
              <a:t> </a:t>
            </a:r>
            <a:endParaRPr sz="1300"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sz="1300" u="sng">
                <a:solidFill>
                  <a:schemeClr val="accent5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Document: DOMContentLoaded event - Web APIs | MDN</a:t>
            </a:r>
            <a:r>
              <a:rPr lang="zh-TW" sz="1300"/>
              <a:t> </a:t>
            </a:r>
            <a:endParaRPr sz="1300"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sz="1300" u="sng">
                <a:solidFill>
                  <a:schemeClr val="accent5"/>
                </a:solid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關於 localStorage 使用說明 - iT 邦幫忙::一起幫忙解決難題，拯救 IT 人的一天</a:t>
            </a:r>
            <a:r>
              <a:rPr lang="zh-TW" sz="1300"/>
              <a:t> </a:t>
            </a:r>
            <a:endParaRPr sz="1300"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sz="1300" u="sng">
                <a:solidFill>
                  <a:schemeClr val="accent5"/>
                </a:solid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使用 HTML + JavaScript 实现个人考勤展示页面（附完整代码）在现代企业管理中，考勤系统是不可或缺的一部分 - 掘金</a:t>
            </a:r>
            <a:r>
              <a:rPr lang="zh-TW" sz="1300"/>
              <a:t> </a:t>
            </a:r>
            <a:endParaRPr sz="1300"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sz="1300" u="sng">
                <a:solidFill>
                  <a:schemeClr val="accent5"/>
                </a:solid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HTML DOM Document createDocumentFragment() Method</a:t>
            </a:r>
            <a:r>
              <a:rPr lang="zh-TW" sz="1300"/>
              <a:t> </a:t>
            </a:r>
            <a:endParaRPr sz="1300"/>
          </a:p>
          <a:p>
            <a:pPr indent="-50800" lvl="0" marL="2286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sz="1300" u="sng">
                <a:solidFill>
                  <a:schemeClr val="hlink"/>
                </a:solidFill>
                <a:hlinkClick r:id="rId17"/>
              </a:rPr>
              <a:t>前端年月日时分秒时间比大小常用方法_前端比较时间大小-CSDN博客</a:t>
            </a:r>
            <a:r>
              <a:rPr lang="zh-TW" sz="1300">
                <a:solidFill>
                  <a:srgbClr val="000000"/>
                </a:solidFill>
              </a:rPr>
              <a:t> 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2026-07-08T05:56:47Z</dcterms:created>
  <dc:creator>User</dc:creator>
</cp:coreProperties>
</file>